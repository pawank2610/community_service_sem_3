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ink/ink2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497" r:id="rId3"/>
    <p:sldId id="499" r:id="rId4"/>
    <p:sldId id="500" r:id="rId5"/>
    <p:sldId id="501" r:id="rId6"/>
    <p:sldId id="505" r:id="rId7"/>
    <p:sldId id="503" r:id="rId8"/>
    <p:sldId id="507" r:id="rId9"/>
    <p:sldId id="504" r:id="rId10"/>
    <p:sldId id="502" r:id="rId11"/>
    <p:sldId id="506" r:id="rId12"/>
    <p:sldId id="269" r:id="rId13"/>
  </p:sldIdLst>
  <p:sldSz cx="9144000" cy="6858000" type="screen4x3"/>
  <p:notesSz cx="6761163" cy="99425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0AA"/>
    <a:srgbClr val="0066B3"/>
    <a:srgbClr val="E31E24"/>
    <a:srgbClr val="006CB4"/>
    <a:srgbClr val="E8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8A3AB1-3A5C-4287-9AA8-685D10062621}" v="8" dt="2026-08-14T09:40:01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393" autoAdjust="0"/>
    <p:restoredTop sz="94681"/>
  </p:normalViewPr>
  <p:slideViewPr>
    <p:cSldViewPr>
      <p:cViewPr varScale="1">
        <p:scale>
          <a:sx n="83" d="100"/>
          <a:sy n="83" d="100"/>
        </p:scale>
        <p:origin x="609" y="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yoti Yadav" userId="8da2e7729ab2cedd" providerId="LiveId" clId="{741A7A88-242A-459A-A359-2627301AD1E9}"/>
    <pc:docChg chg="undo custSel addSld delSld modSld">
      <pc:chgData name="Jyoti Yadav" userId="8da2e7729ab2cedd" providerId="LiveId" clId="{741A7A88-242A-459A-A359-2627301AD1E9}" dt="2026-08-14T17:04:29.606" v="133" actId="2161"/>
      <pc:docMkLst>
        <pc:docMk/>
      </pc:docMkLst>
      <pc:sldChg chg="modSp mod">
        <pc:chgData name="Jyoti Yadav" userId="8da2e7729ab2cedd" providerId="LiveId" clId="{741A7A88-242A-459A-A359-2627301AD1E9}" dt="2026-08-14T17:04:29.606" v="133" actId="2161"/>
        <pc:sldMkLst>
          <pc:docMk/>
          <pc:sldMk cId="4142536426" sldId="497"/>
        </pc:sldMkLst>
        <pc:spChg chg="mod">
          <ac:chgData name="Jyoti Yadav" userId="8da2e7729ab2cedd" providerId="LiveId" clId="{741A7A88-242A-459A-A359-2627301AD1E9}" dt="2026-08-14T17:03:48.917" v="130" actId="20577"/>
          <ac:spMkLst>
            <pc:docMk/>
            <pc:sldMk cId="4142536426" sldId="497"/>
            <ac:spMk id="13" creationId="{00000000-0000-0000-0000-000000000000}"/>
          </ac:spMkLst>
        </pc:spChg>
        <pc:graphicFrameChg chg="modGraphic">
          <ac:chgData name="Jyoti Yadav" userId="8da2e7729ab2cedd" providerId="LiveId" clId="{741A7A88-242A-459A-A359-2627301AD1E9}" dt="2026-08-14T17:04:29.606" v="133" actId="2161"/>
          <ac:graphicFrameMkLst>
            <pc:docMk/>
            <pc:sldMk cId="4142536426" sldId="497"/>
            <ac:graphicFrameMk id="2" creationId="{232DFD41-0025-28B4-FE3B-A54FAEE28F42}"/>
          </ac:graphicFrameMkLst>
        </pc:graphicFrameChg>
      </pc:sldChg>
      <pc:sldChg chg="modSp mod">
        <pc:chgData name="Jyoti Yadav" userId="8da2e7729ab2cedd" providerId="LiveId" clId="{741A7A88-242A-459A-A359-2627301AD1E9}" dt="2026-08-14T09:37:00.209" v="34" actId="14100"/>
        <pc:sldMkLst>
          <pc:docMk/>
          <pc:sldMk cId="3353784259" sldId="499"/>
        </pc:sldMkLst>
        <pc:spChg chg="mod">
          <ac:chgData name="Jyoti Yadav" userId="8da2e7729ab2cedd" providerId="LiveId" clId="{741A7A88-242A-459A-A359-2627301AD1E9}" dt="2026-08-14T09:37:00.209" v="34" actId="14100"/>
          <ac:spMkLst>
            <pc:docMk/>
            <pc:sldMk cId="3353784259" sldId="499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41:09.858" v="116" actId="20577"/>
        <pc:sldMkLst>
          <pc:docMk/>
          <pc:sldMk cId="1047329288" sldId="500"/>
        </pc:sldMkLst>
        <pc:spChg chg="mod">
          <ac:chgData name="Jyoti Yadav" userId="8da2e7729ab2cedd" providerId="LiveId" clId="{741A7A88-242A-459A-A359-2627301AD1E9}" dt="2026-08-14T09:41:09.858" v="116" actId="20577"/>
          <ac:spMkLst>
            <pc:docMk/>
            <pc:sldMk cId="1047329288" sldId="500"/>
            <ac:spMk id="5" creationId="{00000000-0000-0000-0000-000000000000}"/>
          </ac:spMkLst>
        </pc:spChg>
        <pc:picChg chg="mod">
          <ac:chgData name="Jyoti Yadav" userId="8da2e7729ab2cedd" providerId="LiveId" clId="{741A7A88-242A-459A-A359-2627301AD1E9}" dt="2026-08-14T09:40:40.069" v="101" actId="1076"/>
          <ac:picMkLst>
            <pc:docMk/>
            <pc:sldMk cId="1047329288" sldId="500"/>
            <ac:picMk id="4" creationId="{00000000-0000-0000-0000-000000000000}"/>
          </ac:picMkLst>
        </pc:picChg>
        <pc:cxnChg chg="mod">
          <ac:chgData name="Jyoti Yadav" userId="8da2e7729ab2cedd" providerId="LiveId" clId="{741A7A88-242A-459A-A359-2627301AD1E9}" dt="2026-08-14T09:40:50.224" v="103" actId="1076"/>
          <ac:cxnSpMkLst>
            <pc:docMk/>
            <pc:sldMk cId="1047329288" sldId="500"/>
            <ac:cxnSpMk id="7" creationId="{00000000-0000-0000-0000-000000000000}"/>
          </ac:cxnSpMkLst>
        </pc:cxnChg>
      </pc:sldChg>
      <pc:sldChg chg="modSp mod">
        <pc:chgData name="Jyoti Yadav" userId="8da2e7729ab2cedd" providerId="LiveId" clId="{741A7A88-242A-459A-A359-2627301AD1E9}" dt="2026-08-14T09:41:21.217" v="117" actId="255"/>
        <pc:sldMkLst>
          <pc:docMk/>
          <pc:sldMk cId="957423197" sldId="501"/>
        </pc:sldMkLst>
        <pc:spChg chg="mod">
          <ac:chgData name="Jyoti Yadav" userId="8da2e7729ab2cedd" providerId="LiveId" clId="{741A7A88-242A-459A-A359-2627301AD1E9}" dt="2026-08-14T09:41:21.217" v="117" actId="255"/>
          <ac:spMkLst>
            <pc:docMk/>
            <pc:sldMk cId="957423197" sldId="501"/>
            <ac:spMk id="5" creationId="{00000000-0000-0000-0000-000000000000}"/>
          </ac:spMkLst>
        </pc:spChg>
      </pc:sldChg>
      <pc:sldChg chg="modSp">
        <pc:chgData name="Jyoti Yadav" userId="8da2e7729ab2cedd" providerId="LiveId" clId="{741A7A88-242A-459A-A359-2627301AD1E9}" dt="2026-08-14T09:37:37.531" v="36" actId="14100"/>
        <pc:sldMkLst>
          <pc:docMk/>
          <pc:sldMk cId="2093371696" sldId="503"/>
        </pc:sldMkLst>
        <pc:spChg chg="mod">
          <ac:chgData name="Jyoti Yadav" userId="8da2e7729ab2cedd" providerId="LiveId" clId="{741A7A88-242A-459A-A359-2627301AD1E9}" dt="2026-08-14T09:37:37.531" v="36" actId="14100"/>
          <ac:spMkLst>
            <pc:docMk/>
            <pc:sldMk cId="2093371696" sldId="503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36:16.877" v="30" actId="20577"/>
        <pc:sldMkLst>
          <pc:docMk/>
          <pc:sldMk cId="3449068858" sldId="504"/>
        </pc:sldMkLst>
        <pc:spChg chg="mod">
          <ac:chgData name="Jyoti Yadav" userId="8da2e7729ab2cedd" providerId="LiveId" clId="{741A7A88-242A-459A-A359-2627301AD1E9}" dt="2026-08-14T09:36:16.877" v="30" actId="20577"/>
          <ac:spMkLst>
            <pc:docMk/>
            <pc:sldMk cId="3449068858" sldId="504"/>
            <ac:spMk id="5" creationId="{00000000-0000-0000-0000-000000000000}"/>
          </ac:spMkLst>
        </pc:spChg>
      </pc:sldChg>
      <pc:sldChg chg="modSp mod">
        <pc:chgData name="Jyoti Yadav" userId="8da2e7729ab2cedd" providerId="LiveId" clId="{741A7A88-242A-459A-A359-2627301AD1E9}" dt="2026-08-14T09:35:40.835" v="20" actId="14100"/>
        <pc:sldMkLst>
          <pc:docMk/>
          <pc:sldMk cId="3449508277" sldId="507"/>
        </pc:sldMkLst>
        <pc:spChg chg="mod">
          <ac:chgData name="Jyoti Yadav" userId="8da2e7729ab2cedd" providerId="LiveId" clId="{741A7A88-242A-459A-A359-2627301AD1E9}" dt="2026-08-14T09:35:40.835" v="20" actId="14100"/>
          <ac:spMkLst>
            <pc:docMk/>
            <pc:sldMk cId="3449508277" sldId="507"/>
            <ac:spMk id="5" creationId="{3B6D9598-AD90-B9CA-8610-998CE22F1CA3}"/>
          </ac:spMkLst>
        </pc:spChg>
      </pc:sldChg>
      <pc:sldChg chg="del">
        <pc:chgData name="Jyoti Yadav" userId="8da2e7729ab2cedd" providerId="LiveId" clId="{741A7A88-242A-459A-A359-2627301AD1E9}" dt="2026-08-14T09:34:54.017" v="0" actId="47"/>
        <pc:sldMkLst>
          <pc:docMk/>
          <pc:sldMk cId="292643029" sldId="508"/>
        </pc:sldMkLst>
      </pc:sldChg>
      <pc:sldChg chg="modSp add del mod">
        <pc:chgData name="Jyoti Yadav" userId="8da2e7729ab2cedd" providerId="LiveId" clId="{741A7A88-242A-459A-A359-2627301AD1E9}" dt="2026-08-14T09:39:14.658" v="60" actId="47"/>
        <pc:sldMkLst>
          <pc:docMk/>
          <pc:sldMk cId="3219318963" sldId="508"/>
        </pc:sldMkLst>
        <pc:spChg chg="mod">
          <ac:chgData name="Jyoti Yadav" userId="8da2e7729ab2cedd" providerId="LiveId" clId="{741A7A88-242A-459A-A359-2627301AD1E9}" dt="2026-08-14T09:38:37.693" v="59" actId="207"/>
          <ac:spMkLst>
            <pc:docMk/>
            <pc:sldMk cId="3219318963" sldId="508"/>
            <ac:spMk id="5" creationId="{4A008BBA-F1B0-E3BE-4016-1FD9281CD3B9}"/>
          </ac:spMkLst>
        </pc:spChg>
        <pc:picChg chg="mod">
          <ac:chgData name="Jyoti Yadav" userId="8da2e7729ab2cedd" providerId="LiveId" clId="{741A7A88-242A-459A-A359-2627301AD1E9}" dt="2026-08-14T09:38:33.516" v="58" actId="1076"/>
          <ac:picMkLst>
            <pc:docMk/>
            <pc:sldMk cId="3219318963" sldId="508"/>
            <ac:picMk id="4" creationId="{9804EFDB-BB67-D8F6-BB7B-DD42242312AE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49:54.47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299 638 24575,'1'-13'0,"2"1"0,-1-1 0,2 1 0,0-1 0,0 1 0,1 0 0,0 0 0,1 1 0,12-18 0,-7 10 0,15-34 0,-25 51 0,-1 0 0,1 0 0,-1 1 0,1-1 0,-1 0 0,1 0 0,-1 0 0,0 0 0,0 0 0,0 0 0,-1-3 0,1 4 0,0 1 0,0-1 0,0 1 0,-1-1 0,1 1 0,0-1 0,-1 0 0,1 1 0,0-1 0,-1 1 0,1 0 0,-1-1 0,1 1 0,0-1 0,-1 1 0,0 0 0,1-1 0,-1 1 0,1 0 0,-1-1 0,1 1 0,-1 0 0,-1-1 0,0 1 0,-1 0 0,0 0 0,1 0 0,-1 1 0,0-1 0,1 1 0,-1-1 0,0 1 0,1 0 0,-1 0 0,1 0 0,-1 0 0,1 0 0,-4 3 0,-22 16 0,-46 41 0,-9 7 0,-17 16 0,87-77 0,6-10 0,7 1 0,-1 1 0,1 0 0,0 0 0,0 0 0,0-1 0,0 1 0,0 0 0,1 0 0,-1 0 0,0 0 0,0-1 0,1 1 0,-1 0 0,1 0 0,-1 0 0,1 0 0,-1 0 0,1 0 0,1-1 0,17-28 0,0 0 0,-2-1 0,-2-1 0,14-39 0,-27 67 0,-1-1 0,0 1 0,0-1 0,0 1 0,0-1 0,-1 0 0,0 1 0,0-9 0,0 11 0,-1 0 0,1 0 0,-1 1 0,0-1 0,0 0 0,1 1 0,-1-1 0,0 0 0,0 1 0,-1-1 0,1 1 0,0 0 0,0-1 0,-1 1 0,1 0 0,-1 0 0,1 0 0,-1 0 0,1 0 0,-1 0 0,0 0 0,1 0 0,-1 1 0,-2-2 0,1 2 0,0-1 0,1-1 0,-1 1 0,1 0 0,-1-1 0,1 1 0,0-1 0,0 0 0,0 0 0,0 0 0,0 0 0,0 0 0,0 0 0,1 0 0,-1-1 0,1 1 0,-3-5 0,2 3 0,0 0 0,0 0 0,-1 1 0,1 0 0,-1-1 0,-5-4 0,-15-3 0,21 11 0,1 0 0,0-1 0,0 1 0,0 0 0,-1-1 0,1 1 0,0-1 0,0 1 0,0-1 0,0 1 0,0-1 0,0 0 0,0 1 0,0-1 0,0 0 0,0 0 0,0 0 0,1 0 0,-1 0 0,0 0 0,0 0 0,1 0 0,-1 0 0,1 0 0,-1 0 0,1 0 0,0-1 0,-1 1 0,1 0 0,0 0 0,0 0 0,0-3 0,-1 0 0,0 1 0,1-1 0,0 0 0,0 0 0,0 0 0,1 1 0,-1-1 0,1 0 0,0 0 0,0 1 0,0-1 0,0 1 0,1-1 0,-1 1 0,1-1 0,0 1 0,0 0 0,0 0 0,1 0 0,-1 0 0,1 0 0,0 0 0,-1 1 0,1-1 0,0 1 0,0 0 0,1 0 0,-1 0 0,0 0 0,1 1 0,-1-1 0,1 1 0,0 0 0,-1 0 0,1 0 0,0 1 0,0-1 0,-1 1 0,1 0 0,0 0 0,0 0 0,0 0 0,-1 1 0,8 1 0,4 4 0,0 0 0,0 1 0,-1 0 0,25 17 0,13 7 0,-36-22 0,0-2 0,0 0 0,1-1 0,0-1 0,0-1 0,27 4 0,-39-7 0,0 0 0,0-1 0,0 0 0,-1 0 0,1 0 0,0-1 0,0 0 0,0 0 0,-1 0 0,1 0 0,0-1 0,-1 1 0,1-1 0,-1 0 0,0-1 0,1 1 0,-1-1 0,0 0 0,-1 0 0,1 0 0,0 0 0,-1-1 0,0 0 0,0 1 0,0-1 0,0 0 0,-1-1 0,4-5 0,2-15 0,-5 15 0,1 0 0,-1 0 0,2 0 0,7-13 0,-11 22 0,-1 0 0,1-1 0,0 1 0,0 0 0,0 0 0,-1 0 0,1 0 0,1 0 0,-1 0 0,0 0 0,0 1 0,0-1 0,0 0 0,0 1 0,1-1 0,-1 0 0,0 1 0,1 0 0,-1-1 0,0 1 0,1 0 0,-1-1 0,0 1 0,1 0 0,-1 0 0,1 0 0,-1 0 0,0 1 0,1-1 0,-1 0 0,1 1 0,-1-1 0,0 0 0,0 1 0,1 0 0,-1-1 0,0 1 0,0 0 0,2 1 0,2 3 0,-1-1 0,-1 1 0,1 0 0,-1 1 0,0-1 0,0 0 0,0 1 0,-1 0 0,1-1 0,-2 1 0,1 0 0,1 7 0,10 26 0,-9-31 0,1 0 0,0 0 0,0-1 0,1 0 0,0 0 0,1 0 0,-1 0 0,1-1 0,1-1 0,-1 1 0,1-1 0,12 7 0,-7-6 0,-1 0 0,1-1 0,0 0 0,0-1 0,0-1 0,1 0 0,24 2 0,-34-5 0,0 0 0,0 0 0,0-1 0,0 0 0,0 0 0,-1 0 0,1 0 0,0 0 0,0-1 0,-1 0 0,1 0 0,-1 0 0,5-3 0,43-41 0,-9 8 0,9 4 0,2 3 0,1 2 0,66-25 0,-98 46 0,1 2 0,0 1 0,0 0 0,0 2 0,43-1 0,26-3 0,-55 3 0,37 2 0,11-1 0,-73 0 0,-15-2 0,-21-2 0,-2 3 0,0 2 0,-1 1 0,1 1 0,0 1 0,0 1 0,0 2 0,0 0 0,1 2 0,-1 0 0,1 2 0,-41 19 0,61-24 0,-1 0 0,1-1 0,-1 1 0,0-1 0,0 0 0,0-1 0,-1 0 0,1 0 0,0 0 0,0-1 0,0 1 0,-1-2 0,1 1 0,0-1 0,0 0 0,-1 0 0,1 0 0,0-1 0,0 0 0,0 0 0,1-1 0,-1 1 0,1-1 0,-1-1 0,1 1 0,0-1 0,-7-6 0,5 4 0,0 0 0,-1 0 0,0 0 0,0 1 0,0 0 0,-1 1 0,0 0 0,1 0 0,-2 1 0,1 0 0,0 0 0,-1 1 0,1 0 0,-1 1 0,1 0 0,-16 1 0,2 1 0,1 0 0,0 2 0,0 0 0,0 1 0,-35 13 0,32-9 0,17-6 0,-1 0 0,0 1 0,1 0 0,0 1 0,0-1 0,0 2 0,0-1 0,0 1 0,1 0 0,0 1 0,0 0 0,-9 10 0,-2 9 0,1 1 0,1 0 0,1 2 0,-21 53 0,-129 245 0,132-268 0,-71 116 0,88-149 0,15-23 0,-1-1 0,1 1 0,0 0 0,0 0 0,0 0 0,0 0 0,1 0 0,-1 1 0,0-1 0,1 0 0,-1 0 0,1 0 0,0 1 0,0-1 0,0 0 0,0 3 0,1-4 0,-1-1 0,0 1 0,0 0 0,1-1 0,-1 1 0,0-1 0,1 1 0,-1-1 0,0 0 0,1 1 0,-1-1 0,1 1 0,-1-1 0,1 0 0,-1 1 0,1-1 0,-1 0 0,1 1 0,0-1 0,-1 0 0,2 1 0,21-3 0,-11-2 0,0-1 0,0 0 0,-1-1 0,0 0 0,0 0 0,0-1 0,18-17 0,61-66 0,-65 58 0,-2 0 0,-1-2 0,23-46 0,10-16 0,-16 26 0,-26 45 0,1 1 0,27-37 0,-39 58 0,1 0 0,-1 1 0,0-1 0,1 1 0,-1 0 0,1-1 0,0 1 0,0 1 0,0-1 0,0 0 0,0 1 0,0-1 0,0 1 0,1 0 0,-1 0 0,0 1 0,1-1 0,-1 0 0,0 1 0,1 0 0,-1 0 0,1 0 0,-1 0 0,0 1 0,1-1 0,-1 1 0,1 0 0,-1 0 0,0 0 0,0 0 0,0 1 0,0-1 0,0 1 0,0 0 0,0 0 0,0 0 0,0 0 0,-1 0 0,1 1 0,-1-1 0,0 1 0,0 0 0,0-1 0,0 1 0,0 0 0,-1 0 0,1 0 0,-1 1 0,0-1 0,1 0 0,0 7 0,1 35 0,-1 1 0,-8 77 0,5-120 0,0 10 0,-1 1 0,-1-1 0,0 0 0,-1 0 0,0-1 0,-1 1 0,0-1 0,-1 0 0,0 0 0,-1-1 0,-12 15 0,13-17 0,1-1 0,0 0 0,1 1 0,0 0 0,0 0 0,1 1 0,0-1 0,1 1 0,0-1 0,-2 18 0,4-27 0,0 0 0,0 0 0,0 0 0,0 1 0,0-1 0,0 0 0,0 0 0,0 0 0,0 0 0,0 0 0,0 0 0,0 0 0,0 1 0,0-1 0,0 0 0,0 0 0,0 0 0,0 0 0,0 0 0,0 0 0,0 0 0,0 0 0,0 1 0,0-1 0,0 0 0,0 0 0,0 0 0,0 0 0,0 0 0,0 0 0,0 0 0,1 0 0,-1 0 0,0 1 0,0-1 0,0 0 0,0 0 0,0 0 0,0 0 0,0 0 0,0 0 0,0 0 0,1 0 0,-1 0 0,0 0 0,0 0 0,0 0 0,0 0 0,0 0 0,0 0 0,0 0 0,1 0 0,-1 0 0,0 0 0,0 0 0,0 0 0,0 0 0,0 0 0,0 0 0,0 0 0,0 0 0,1 0 0,-1 0 0,7-9 0,7-14 0,41-109 0,31-60 0,-60 137 0,10-19 0,-31 66 0,-1 1 0,1 0 0,0 0 0,1 0 0,0 1 0,12-11 0,-18 16 0,1 0 0,0 0 0,0 1 0,-1-1 0,1 1 0,0-1 0,0 1 0,0-1 0,0 1 0,0-1 0,0 1 0,0 0 0,0 0 0,0-1 0,0 1 0,0 0 0,0 0 0,0 0 0,0 0 0,0 0 0,0 0 0,0 0 0,0 1 0,0-1 0,0 0 0,0 1 0,0-1 0,0 0 0,0 1 0,1 0 0,0 1 0,0 0 0,0 0 0,0 1 0,-1-1 0,1 0 0,-1 1 0,1-1 0,-1 1 0,0-1 0,0 1 0,1 3 0,2 9 0,0 0 0,2 31 0,-3 36 0,-15 161 0,1-81 0,14-131 0,1-27 0,1-19 0,4-49 0,-6 43 0,0-1 0,1 0 0,1 1 0,0 0 0,2 0 0,1 1 0,11-23 0,-3 18 0,1 0 0,39-44 0,-46 56 0,-6 9 0,-1-1 0,1 1 0,0-1 0,0 1 0,0 0 0,6-4 0,-9 8 0,0-1 0,0 1 0,0 0 0,0-1 0,0 1 0,0 0 0,0 0 0,0-1 0,0 1 0,0 0 0,0 0 0,0 0 0,0 0 0,0 1 0,0-1 0,0 0 0,0 0 0,0 1 0,0-1 0,0 0 0,0 1 0,0-1 0,0 1 0,0-1 0,0 1 0,-1-1 0,1 1 0,0 0 0,0 0 0,-1-1 0,1 1 0,0 0 0,-1 0 0,1 0 0,-1 0 0,1-1 0,-1 1 0,1 0 0,-1 0 0,0 0 0,1 2 0,6 19 0,0-1 0,-2 2 0,0-1 0,-1 0 0,0 43 0,-3 54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0T15:54:58.644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0 24575,'50'2'0,"58"11"0,47 1 0,-132-12 0,0 0 0,31 8 0,-30-5 0,48 4 0,-32-6 0,41 8 0,-43-5 0,57 2 0,-85-7 0,1-1 0,-1-1 0,1 0 0,-1 0 0,1-1 0,-1 0 0,0-1 0,0 0 0,0-1 0,17-8 0,-13 5 0,-1 2 0,1 0 0,1 0 0,-1 1 0,1 1 0,-1 1 0,1 0 0,0 1 0,0 0 0,26 3 0,-13 1 0,0 1 0,-1 1 0,1 2 0,45 17 0,-40-14 291,-25-8-622,0 1 0,0-1-1,0 2 1,10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29761" y="0"/>
            <a:ext cx="2929837" cy="49885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68431-CD35-4516-818D-B41B2C4843CF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4588" y="1243013"/>
            <a:ext cx="447198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949B3-C4AB-4FB2-8B24-B07A558BD5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34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600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6966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0468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893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1546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9640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A6B61-674B-0ABF-F5C3-A72BF2845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2FBED0-DE41-A040-921A-D95B51852C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3F754-664A-ECDE-8199-65800D976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3E54-5ADF-52CC-11B5-B7F7837DE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1296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6050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37544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Courses replaced with New Programmes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B949B3-C4AB-4FB2-8B24-B07A558BD59F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69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16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195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0717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1185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1301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524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1787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9679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6846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755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5389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AA89A1-F17A-4D3D-AC08-D16056C16514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1C46D-3F04-4F73-BF36-E6D9DA5AE14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8759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PT Admission Drive 2021-22-final-2_Pag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0383"/>
          </a:xfrm>
          <a:prstGeom prst="rect">
            <a:avLst/>
          </a:prstGeom>
        </p:spPr>
      </p:pic>
    </p:spTree>
  </p:cSld>
  <p:clrMapOvr>
    <a:masterClrMapping/>
  </p:clrMapOvr>
  <p:transition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4260" y="-27384"/>
            <a:ext cx="9180512" cy="6885384"/>
          </a:xfrm>
        </p:spPr>
      </p:pic>
      <p:cxnSp>
        <p:nvCxnSpPr>
          <p:cNvPr id="11" name="Straight Connector 10"/>
          <p:cNvCxnSpPr/>
          <p:nvPr/>
        </p:nvCxnSpPr>
        <p:spPr>
          <a:xfrm>
            <a:off x="1565174" y="2204864"/>
            <a:ext cx="630654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382" y="150274"/>
            <a:ext cx="6396065" cy="92087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2061" y="2367609"/>
            <a:ext cx="878497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Second Year</a:t>
            </a:r>
          </a:p>
          <a:p>
            <a:pPr lvl="0" algn="ctr">
              <a:buSzPct val="25000"/>
            </a:pPr>
            <a:r>
              <a:rPr lang="en-IN" sz="2400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Submitted by</a:t>
            </a:r>
          </a:p>
        </p:txBody>
      </p:sp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232DFD41-0025-28B4-FE3B-A54FAEE28F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070875"/>
              </p:ext>
            </p:extLst>
          </p:nvPr>
        </p:nvGraphicFramePr>
        <p:xfrm>
          <a:off x="1670447" y="3505366"/>
          <a:ext cx="6096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372704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30502494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89833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610186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20632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64529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389048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32346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DF18845-4075-32C5-8F4A-4F40F86E837F}"/>
              </a:ext>
            </a:extLst>
          </p:cNvPr>
          <p:cNvSpPr txBox="1"/>
          <p:nvPr/>
        </p:nvSpPr>
        <p:spPr>
          <a:xfrm>
            <a:off x="1414310" y="1372508"/>
            <a:ext cx="66082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buSzPct val="25000"/>
            </a:pPr>
            <a:r>
              <a:rPr lang="en-IN" sz="4000" b="1" dirty="0">
                <a:solidFill>
                  <a:srgbClr val="C0000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Project Title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D4C745-33B7-0116-E20F-11A7F0DFD46F}"/>
              </a:ext>
            </a:extLst>
          </p:cNvPr>
          <p:cNvSpPr txBox="1"/>
          <p:nvPr/>
        </p:nvSpPr>
        <p:spPr>
          <a:xfrm>
            <a:off x="236440" y="5733256"/>
            <a:ext cx="858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ct val="25000"/>
            </a:pPr>
            <a:r>
              <a:rPr lang="en-IN" b="1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Faculty </a:t>
            </a:r>
            <a:r>
              <a:rPr lang="en-IN" b="1" dirty="0">
                <a:solidFill>
                  <a:srgbClr val="0070C0"/>
                </a:solidFill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Mentor:</a:t>
            </a:r>
            <a:endParaRPr lang="en-IN" sz="1800" b="1" dirty="0">
              <a:solidFill>
                <a:srgbClr val="0070C0"/>
              </a:solidFill>
              <a:ea typeface="Cambria" panose="02040503050406030204" pitchFamily="18" charset="0"/>
              <a:cs typeface="Times New Roman" panose="02020603050405020304" pitchFamily="18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2536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2008" y="90038"/>
            <a:ext cx="9266165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4000" b="1" dirty="0"/>
              <a:t>Problem Statement &amp; Community Context</a:t>
            </a:r>
            <a:endParaRPr lang="en-IN" sz="40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784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-433182"/>
            <a:ext cx="932452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endParaRPr lang="en-US" sz="3600" b="1" kern="100" dirty="0"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>
              <a:buSzPct val="25000"/>
            </a:pPr>
            <a:r>
              <a:rPr lang="en-US" sz="3600" b="1" kern="1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Specific Objectives of Project / </a:t>
            </a:r>
          </a:p>
          <a:p>
            <a:pPr lvl="0">
              <a:buSzPct val="25000"/>
            </a:pPr>
            <a:r>
              <a:rPr lang="en-US" sz="3600" b="1" kern="1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Requirements of </a:t>
            </a:r>
            <a:r>
              <a:rPr lang="en-US" sz="3600" b="1" kern="1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Organisation</a:t>
            </a:r>
            <a:endParaRPr lang="en-IN" sz="36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293834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7329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59259"/>
            <a:ext cx="8568952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IN" sz="4400" b="1" dirty="0"/>
              <a:t>SDG </a:t>
            </a:r>
            <a:r>
              <a:rPr lang="en-IN" sz="4000" b="1" dirty="0"/>
              <a:t>Mapping</a:t>
            </a:r>
            <a:r>
              <a:rPr lang="en-IN" sz="4400" b="1" dirty="0"/>
              <a:t> &amp; Justification</a:t>
            </a:r>
            <a:endParaRPr lang="en-IN" sz="44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7423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7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749292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Methodology and Tech Stack 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878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7132" y="100424"/>
            <a:ext cx="8859363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Prototype/Project Flow diagram/Architecture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BB1AC4FE-9A4F-F464-CA8E-3B900C2974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14:cNvPr>
              <p14:cNvContentPartPr/>
              <p14:nvPr/>
            </p14:nvContentPartPr>
            <p14:xfrm>
              <a:off x="6087360" y="2475240"/>
              <a:ext cx="646200" cy="333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2AEF02E-64A6-6432-1444-81368AF7F7E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024360" y="2412240"/>
                <a:ext cx="771840" cy="45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93371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D42DB-FF71-D8E6-630F-399C60C5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2FB631E-E469-C80D-C58A-99E545F378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3B6D9598-AD90-B9CA-8610-998CE22F1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414" y="298973"/>
            <a:ext cx="8501034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Timeline (Semester Plan)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362D34C-9176-DD2A-8AAF-507BD46BD710}"/>
              </a:ext>
            </a:extLst>
          </p:cNvPr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4066F8A4-300F-9AE0-4A5E-2A2D19A8A5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66FAC4-E627-209B-D9A4-20EC84D69C44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14:cNvPr>
              <p14:cNvContentPartPr/>
              <p14:nvPr/>
            </p14:nvContentPartPr>
            <p14:xfrm>
              <a:off x="7203160" y="2489200"/>
              <a:ext cx="484560" cy="349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3A55479-5820-9331-B8CC-0F9A13C7AC1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40520" y="2426200"/>
                <a:ext cx="610200" cy="160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49508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98886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Data &amp; Resources (if any)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068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976" y="-13692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79512" y="151593"/>
            <a:ext cx="611738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en-US" sz="3200" b="1" kern="100" dirty="0" err="1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Usecases</a:t>
            </a: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&amp; Scope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12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180512" cy="6885384"/>
          </a:xfr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03414" y="298973"/>
            <a:ext cx="6844849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>
              <a:buSzPct val="25000"/>
            </a:pPr>
            <a:r>
              <a:rPr lang="en-US" sz="3200" b="1" kern="100" dirty="0"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Expected Results &amp; Impact</a:t>
            </a:r>
            <a:endParaRPr lang="en-IN" sz="3200" b="1" dirty="0">
              <a:solidFill>
                <a:srgbClr val="E31E24"/>
              </a:solidFill>
              <a:cs typeface="Times New Roman" panose="02020603050405020304" pitchFamily="18" charset="0"/>
              <a:sym typeface="Arial"/>
            </a:endParaRPr>
          </a:p>
        </p:txBody>
      </p:sp>
      <p:cxnSp>
        <p:nvCxnSpPr>
          <p:cNvPr id="7" name="Straight Connector 6"/>
          <p:cNvCxnSpPr/>
          <p:nvPr/>
        </p:nvCxnSpPr>
        <p:spPr>
          <a:xfrm>
            <a:off x="0" y="1061448"/>
            <a:ext cx="9180513" cy="0"/>
          </a:xfrm>
          <a:prstGeom prst="line">
            <a:avLst/>
          </a:prstGeom>
          <a:ln w="25400">
            <a:solidFill>
              <a:srgbClr val="0060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24D516-77C6-C96A-5F77-D099623448D8}"/>
              </a:ext>
            </a:extLst>
          </p:cNvPr>
          <p:cNvSpPr txBox="1"/>
          <p:nvPr/>
        </p:nvSpPr>
        <p:spPr>
          <a:xfrm>
            <a:off x="179512" y="1293834"/>
            <a:ext cx="8784976" cy="372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just" fontAlgn="base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kern="100" dirty="0">
                <a:solidFill>
                  <a:srgbClr val="000000"/>
                </a:solidFill>
                <a:effectLst/>
                <a:latin typeface="Verdana" panose="020B060403050404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800" kern="100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604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80512" cy="68580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" y="6309320"/>
            <a:ext cx="2411760" cy="34669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35696" y="2708920"/>
            <a:ext cx="56510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solidFill>
                  <a:srgbClr val="0060AA"/>
                </a:solidFill>
                <a:latin typeface="Garamond" pitchFamily="18" charset="0"/>
              </a:rPr>
              <a:t>THANK</a:t>
            </a:r>
            <a:r>
              <a:rPr lang="en-US" sz="7200" dirty="0">
                <a:latin typeface="Garamond" pitchFamily="18" charset="0"/>
              </a:rPr>
              <a:t> </a:t>
            </a:r>
            <a:r>
              <a:rPr lang="en-US" sz="7200" dirty="0">
                <a:solidFill>
                  <a:srgbClr val="E31E24"/>
                </a:solidFill>
                <a:latin typeface="Garamond" pitchFamily="18" charset="0"/>
              </a:rPr>
              <a:t>YOU</a:t>
            </a:r>
            <a:endParaRPr lang="en-IN" sz="7200" dirty="0">
              <a:latin typeface="Garamond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81981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6294</TotalTime>
  <Words>140</Words>
  <Application>Microsoft Office PowerPoint</Application>
  <PresentationFormat>On-screen Show (4:3)</PresentationFormat>
  <Paragraphs>46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Cambria</vt:lpstr>
      <vt:lpstr>Garamond</vt:lpstr>
      <vt:lpstr>Times New Roman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WEBDEV</dc:creator>
  <cp:lastModifiedBy>Jyoti Yadav</cp:lastModifiedBy>
  <cp:revision>314</cp:revision>
  <cp:lastPrinted>2022-09-05T08:43:44Z</cp:lastPrinted>
  <dcterms:created xsi:type="dcterms:W3CDTF">2020-01-16T09:05:56Z</dcterms:created>
  <dcterms:modified xsi:type="dcterms:W3CDTF">2026-08-14T17:04:32Z</dcterms:modified>
</cp:coreProperties>
</file>